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firstSlideNum="0" saveSubsetFonts="1">
  <p:sldMasterIdLst>
    <p:sldMasterId id="2147483648" r:id="rId1"/>
  </p:sldMasterIdLst>
  <p:notesMasterIdLst>
    <p:notesMasterId r:id="rId4"/>
  </p:notesMasterIdLst>
  <p:sldIdLst>
    <p:sldId id="638" r:id="rId2"/>
    <p:sldId id="639" r:id="rId3"/>
  </p:sldIdLst>
  <p:sldSz cx="12192000" cy="6858000"/>
  <p:notesSz cx="7099300" cy="10234613"/>
  <p:defaultTextStyle>
    <a:defPPr>
      <a:defRPr lang="ko-KR"/>
    </a:defPPr>
    <a:lvl1pPr marL="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pos="3840" userDrawn="1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>
        <p15:guide id="1" orient="horz" pos="3223" userDrawn="1">
          <p15:clr>
            <a:srgbClr val="A4A3A4"/>
          </p15:clr>
        </p15:guide>
        <p15:guide id="2" pos="2237" userDrawn="1">
          <p15:clr>
            <a:srgbClr val="A4A3A4"/>
          </p15:clr>
        </p15:guide>
      </p15:notes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000000"/>
    <a:srgbClr val="FFC679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2DD71C75-B521-4E0F-AC4A-DF2D458BEB31}" v="7" dt="2026-07-21T00:08:55.082"/>
  </p1510:revLst>
</p1510:revInfo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보통 스타일 2 - 강조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5940675A-B579-460E-94D1-54222C63F5DA}" styleName="스타일 없음, 표 눈금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tx1"/>
              </a:solidFill>
            </a:ln>
          </a:left>
          <a:right>
            <a:ln w="12700" cmpd="sng">
              <a:solidFill>
                <a:schemeClr val="tx1"/>
              </a:solidFill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 w="12700" cmpd="sng">
              <a:solidFill>
                <a:schemeClr val="tx1"/>
              </a:solidFill>
            </a:ln>
          </a:insideH>
          <a:insideV>
            <a:ln w="12700" cmpd="sng">
              <a:solidFill>
                <a:schemeClr val="tx1"/>
              </a:solidFill>
            </a:ln>
          </a:insideV>
        </a:tcBdr>
        <a:fill>
          <a:noFill/>
        </a:fill>
      </a:tcStyle>
    </a:wholeTbl>
  </a:tblStyle>
  <a:tblStyle styleId="{073A0DAA-6AF3-43AB-8588-CEC1D06C72B9}" styleName="보통 스타일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dk1">
              <a:tint val="20000"/>
            </a:schemeClr>
          </a:solidFill>
        </a:fill>
      </a:tcStyle>
    </a:wholeTbl>
    <a:band1H>
      <a:tcStyle>
        <a:tcBdr/>
        <a:fill>
          <a:solidFill>
            <a:schemeClr val="dk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dk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dk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dk1"/>
          </a:solidFill>
        </a:fill>
      </a:tcStyle>
    </a:firstRow>
  </a:tblStyle>
  <a:tblStyle styleId="{3B4B98B0-60AC-42C2-AFA5-B58CD77FA1E5}" styleName="밝은 스타일 1 - 강조 1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accent1"/>
              </a:solidFill>
            </a:ln>
          </a:top>
          <a:bottom>
            <a:ln w="12700" cmpd="sng">
              <a:solidFill>
                <a:schemeClr val="accent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1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accent1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accent1"/>
              </a:solidFill>
            </a:ln>
          </a:bottom>
        </a:tcBdr>
        <a:fill>
          <a:noFill/>
        </a:fill>
      </a:tcStyle>
    </a:firstRow>
  </a:tblStyle>
  <a:tblStyle styleId="{8EC20E35-A176-4012-BC5E-935CFFF8708E}" styleName="보통 스타일 3">
    <a:wholeTbl>
      <a:tcTxStyle>
        <a:fontRef idx="minor"/>
        <a:schemeClr val="dk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25400" cmpd="sng">
              <a:solidFill>
                <a:schemeClr val="dk1"/>
              </a:solidFill>
            </a:ln>
          </a:top>
          <a:bottom>
            <a:ln w="25400" cmpd="sng">
              <a:solidFill>
                <a:schemeClr val="dk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dk1">
              <a:tint val="20000"/>
            </a:schemeClr>
          </a:solidFill>
        </a:fill>
      </a:tcStyle>
    </a:band1H>
    <a:band1V>
      <a:tcStyle>
        <a:tcBdr/>
        <a:fill>
          <a:solidFill>
            <a:schemeClr val="dk1">
              <a:tint val="20000"/>
            </a:schemeClr>
          </a:solidFill>
        </a:fill>
      </a:tcStyle>
    </a:band1V>
    <a:la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dk1"/>
          </a:solidFill>
        </a:fill>
      </a:tcStyle>
    </a:lastCol>
    <a:fir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dk1"/>
          </a:solidFill>
        </a:fill>
      </a:tcStyle>
    </a:firstCol>
    <a:lastRow>
      <a:tcTxStyle b="on"/>
      <a:tcStyle>
        <a:tcBdr>
          <a:top>
            <a:ln w="50800" cmpd="dbl">
              <a:solidFill>
                <a:schemeClr val="dk1"/>
              </a:solidFill>
            </a:ln>
          </a:top>
        </a:tcBdr>
        <a:fill>
          <a:solidFill>
            <a:schemeClr val="lt1"/>
          </a:solidFill>
        </a:fill>
      </a:tcStyle>
    </a:lastRow>
    <a:seCell>
      <a:tcTxStyle b="on">
        <a:fontRef idx="minor">
          <a:scrgbClr r="0" g="0" b="0"/>
        </a:fontRef>
        <a:schemeClr val="dk1"/>
      </a:tcTxStyle>
      <a:tcStyle>
        <a:tcBdr/>
      </a:tcStyle>
    </a:seCell>
    <a:swCell>
      <a:tcTxStyle b="on">
        <a:fontRef idx="minor">
          <a:scrgbClr r="0" g="0" b="0"/>
        </a:fontRef>
        <a:schemeClr val="dk1"/>
      </a:tcTxStyle>
      <a:tcStyle>
        <a:tcBdr/>
      </a:tcStyle>
    </a:swCell>
    <a:firstRow>
      <a:tcTxStyle b="on">
        <a:fontRef idx="minor">
          <a:scrgbClr r="0" g="0" b="0"/>
        </a:fontRef>
        <a:schemeClr val="lt1"/>
      </a:tcTxStyle>
      <a:tcStyle>
        <a:tcBdr>
          <a:bottom>
            <a:ln w="25400" cmpd="sng">
              <a:solidFill>
                <a:schemeClr val="dk1"/>
              </a:solidFill>
            </a:ln>
          </a:bottom>
        </a:tcBdr>
        <a:fill>
          <a:solidFill>
            <a:schemeClr val="dk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0523" autoAdjust="0"/>
    <p:restoredTop sz="89492" autoAdjust="0"/>
  </p:normalViewPr>
  <p:slideViewPr>
    <p:cSldViewPr>
      <p:cViewPr>
        <p:scale>
          <a:sx n="66" d="100"/>
          <a:sy n="66" d="100"/>
        </p:scale>
        <p:origin x="2568" y="798"/>
      </p:cViewPr>
      <p:guideLst>
        <p:guide orient="horz" pos="2160"/>
        <p:guide pos="3840"/>
      </p:guideLst>
    </p:cSldViewPr>
  </p:slideViewPr>
  <p:notesTextViewPr>
    <p:cViewPr>
      <p:scale>
        <a:sx n="200" d="100"/>
        <a:sy n="200" d="100"/>
      </p:scale>
      <p:origin x="0" y="0"/>
    </p:cViewPr>
  </p:notesTextViewPr>
  <p:notesViewPr>
    <p:cSldViewPr>
      <p:cViewPr varScale="1">
        <p:scale>
          <a:sx n="81" d="100"/>
          <a:sy n="81" d="100"/>
        </p:scale>
        <p:origin x="-4020" y="-108"/>
      </p:cViewPr>
      <p:guideLst>
        <p:guide orient="horz" pos="3223"/>
        <p:guide pos="2237"/>
      </p:guideLst>
    </p:cSldViewPr>
  </p:notes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theme" Target="theme/theme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viewProps" Target="viewProps.xml"/><Relationship Id="rId5" Type="http://schemas.openxmlformats.org/officeDocument/2006/relationships/presProps" Target="presProps.xml"/><Relationship Id="rId10" Type="http://schemas.microsoft.com/office/2015/10/relationships/revisionInfo" Target="revisionInfo.xml"/><Relationship Id="rId4" Type="http://schemas.openxmlformats.org/officeDocument/2006/relationships/notesMaster" Target="notesMasters/notesMaster1.xml"/><Relationship Id="rId9" Type="http://schemas.microsoft.com/office/2016/11/relationships/changesInfo" Target="changesInfos/changesInfo1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재진 류" userId="cbe15dfa77e5d898" providerId="LiveId" clId="{1ABA565F-8B67-41E6-BC41-361AA4153431}"/>
    <pc:docChg chg="custSel addSld delSld modSld">
      <pc:chgData name="재진 류" userId="cbe15dfa77e5d898" providerId="LiveId" clId="{1ABA565F-8B67-41E6-BC41-361AA4153431}" dt="2026-07-21T00:09:02.910" v="118" actId="122"/>
      <pc:docMkLst>
        <pc:docMk/>
      </pc:docMkLst>
      <pc:sldChg chg="addSp delSp modSp mod">
        <pc:chgData name="재진 류" userId="cbe15dfa77e5d898" providerId="LiveId" clId="{1ABA565F-8B67-41E6-BC41-361AA4153431}" dt="2026-07-20T23:58:36.276" v="85" actId="21"/>
        <pc:sldMkLst>
          <pc:docMk/>
          <pc:sldMk cId="4247854854" sldId="638"/>
        </pc:sldMkLst>
        <pc:picChg chg="add del mod">
          <ac:chgData name="재진 류" userId="cbe15dfa77e5d898" providerId="LiveId" clId="{1ABA565F-8B67-41E6-BC41-361AA4153431}" dt="2026-07-20T23:48:42.924" v="59" actId="21"/>
          <ac:picMkLst>
            <pc:docMk/>
            <pc:sldMk cId="4247854854" sldId="638"/>
            <ac:picMk id="3" creationId="{547A8336-BE72-2A2D-A56D-9F5355D4E077}"/>
          </ac:picMkLst>
        </pc:picChg>
        <pc:picChg chg="add del mod">
          <ac:chgData name="재진 류" userId="cbe15dfa77e5d898" providerId="LiveId" clId="{1ABA565F-8B67-41E6-BC41-361AA4153431}" dt="2026-07-20T23:23:52.450" v="13" actId="478"/>
          <ac:picMkLst>
            <pc:docMk/>
            <pc:sldMk cId="4247854854" sldId="638"/>
            <ac:picMk id="5" creationId="{28A60740-D5A7-78D4-9D35-F6EB78F33FE0}"/>
          </ac:picMkLst>
        </pc:picChg>
        <pc:picChg chg="add del mod">
          <ac:chgData name="재진 류" userId="cbe15dfa77e5d898" providerId="LiveId" clId="{1ABA565F-8B67-41E6-BC41-361AA4153431}" dt="2026-07-20T23:48:42.924" v="59" actId="21"/>
          <ac:picMkLst>
            <pc:docMk/>
            <pc:sldMk cId="4247854854" sldId="638"/>
            <ac:picMk id="7" creationId="{C10546E9-3713-6426-C1EC-C9F9C0086D3F}"/>
          </ac:picMkLst>
        </pc:picChg>
        <pc:picChg chg="add del mod">
          <ac:chgData name="재진 류" userId="cbe15dfa77e5d898" providerId="LiveId" clId="{1ABA565F-8B67-41E6-BC41-361AA4153431}" dt="2026-07-20T23:48:42.924" v="59" actId="21"/>
          <ac:picMkLst>
            <pc:docMk/>
            <pc:sldMk cId="4247854854" sldId="638"/>
            <ac:picMk id="9" creationId="{673F1A62-ECFC-D820-DA97-1C344619B7E6}"/>
          </ac:picMkLst>
        </pc:picChg>
        <pc:picChg chg="add del mod">
          <ac:chgData name="재진 류" userId="cbe15dfa77e5d898" providerId="LiveId" clId="{1ABA565F-8B67-41E6-BC41-361AA4153431}" dt="2026-07-20T23:48:42.924" v="59" actId="21"/>
          <ac:picMkLst>
            <pc:docMk/>
            <pc:sldMk cId="4247854854" sldId="638"/>
            <ac:picMk id="11" creationId="{43B7A453-2726-D2E1-0B50-CD5BD7FE9974}"/>
          </ac:picMkLst>
        </pc:picChg>
        <pc:picChg chg="add del mod">
          <ac:chgData name="재진 류" userId="cbe15dfa77e5d898" providerId="LiveId" clId="{1ABA565F-8B67-41E6-BC41-361AA4153431}" dt="2026-07-20T23:48:42.924" v="59" actId="21"/>
          <ac:picMkLst>
            <pc:docMk/>
            <pc:sldMk cId="4247854854" sldId="638"/>
            <ac:picMk id="13" creationId="{254DCFFD-4E86-FE72-23D8-DFC53CAF0AF5}"/>
          </ac:picMkLst>
        </pc:picChg>
        <pc:picChg chg="add del mod">
          <ac:chgData name="재진 류" userId="cbe15dfa77e5d898" providerId="LiveId" clId="{1ABA565F-8B67-41E6-BC41-361AA4153431}" dt="2026-07-20T23:48:42.924" v="59" actId="21"/>
          <ac:picMkLst>
            <pc:docMk/>
            <pc:sldMk cId="4247854854" sldId="638"/>
            <ac:picMk id="15" creationId="{AF60ABBC-CB8C-9558-7A69-5EE667E944C4}"/>
          </ac:picMkLst>
        </pc:picChg>
        <pc:picChg chg="add del mod">
          <ac:chgData name="재진 류" userId="cbe15dfa77e5d898" providerId="LiveId" clId="{1ABA565F-8B67-41E6-BC41-361AA4153431}" dt="2026-07-20T23:48:42.924" v="59" actId="21"/>
          <ac:picMkLst>
            <pc:docMk/>
            <pc:sldMk cId="4247854854" sldId="638"/>
            <ac:picMk id="17" creationId="{6432AE29-4312-B490-A61D-39CC18CB4B50}"/>
          </ac:picMkLst>
        </pc:picChg>
        <pc:picChg chg="add del mod modCrop">
          <ac:chgData name="재진 류" userId="cbe15dfa77e5d898" providerId="LiveId" clId="{1ABA565F-8B67-41E6-BC41-361AA4153431}" dt="2026-07-20T23:48:42.924" v="59" actId="21"/>
          <ac:picMkLst>
            <pc:docMk/>
            <pc:sldMk cId="4247854854" sldId="638"/>
            <ac:picMk id="19" creationId="{62B24422-ED9C-70BC-38F9-86C48D8F51B0}"/>
          </ac:picMkLst>
        </pc:picChg>
        <pc:picChg chg="add del mod">
          <ac:chgData name="재진 류" userId="cbe15dfa77e5d898" providerId="LiveId" clId="{1ABA565F-8B67-41E6-BC41-361AA4153431}" dt="2026-07-20T23:26:15.918" v="58" actId="21"/>
          <ac:picMkLst>
            <pc:docMk/>
            <pc:sldMk cId="4247854854" sldId="638"/>
            <ac:picMk id="21" creationId="{0C70231D-0CCC-869C-F735-BAB13ED3842E}"/>
          </ac:picMkLst>
        </pc:picChg>
        <pc:picChg chg="add mod">
          <ac:chgData name="재진 류" userId="cbe15dfa77e5d898" providerId="LiveId" clId="{1ABA565F-8B67-41E6-BC41-361AA4153431}" dt="2026-07-20T23:57:17.407" v="67" actId="14100"/>
          <ac:picMkLst>
            <pc:docMk/>
            <pc:sldMk cId="4247854854" sldId="638"/>
            <ac:picMk id="23" creationId="{1818DA4E-2DF5-F247-D4F1-9E7B257667E7}"/>
          </ac:picMkLst>
        </pc:picChg>
        <pc:picChg chg="add mod">
          <ac:chgData name="재진 류" userId="cbe15dfa77e5d898" providerId="LiveId" clId="{1ABA565F-8B67-41E6-BC41-361AA4153431}" dt="2026-07-20T23:57:30.942" v="70" actId="14100"/>
          <ac:picMkLst>
            <pc:docMk/>
            <pc:sldMk cId="4247854854" sldId="638"/>
            <ac:picMk id="25" creationId="{D744E432-3E3E-B2A7-B38F-4770078E4F87}"/>
          </ac:picMkLst>
        </pc:picChg>
        <pc:picChg chg="add mod">
          <ac:chgData name="재진 류" userId="cbe15dfa77e5d898" providerId="LiveId" clId="{1ABA565F-8B67-41E6-BC41-361AA4153431}" dt="2026-07-20T23:57:43.597" v="73" actId="14100"/>
          <ac:picMkLst>
            <pc:docMk/>
            <pc:sldMk cId="4247854854" sldId="638"/>
            <ac:picMk id="27" creationId="{58FBC2EC-4461-E3D5-8423-8D52D1753596}"/>
          </ac:picMkLst>
        </pc:picChg>
        <pc:picChg chg="add mod">
          <ac:chgData name="재진 류" userId="cbe15dfa77e5d898" providerId="LiveId" clId="{1ABA565F-8B67-41E6-BC41-361AA4153431}" dt="2026-07-20T23:57:56.458" v="76" actId="14100"/>
          <ac:picMkLst>
            <pc:docMk/>
            <pc:sldMk cId="4247854854" sldId="638"/>
            <ac:picMk id="29" creationId="{A19407D4-6539-E825-581E-ACB753CC7D50}"/>
          </ac:picMkLst>
        </pc:picChg>
        <pc:picChg chg="add mod">
          <ac:chgData name="재진 류" userId="cbe15dfa77e5d898" providerId="LiveId" clId="{1ABA565F-8B67-41E6-BC41-361AA4153431}" dt="2026-07-20T23:58:27.434" v="82" actId="14100"/>
          <ac:picMkLst>
            <pc:docMk/>
            <pc:sldMk cId="4247854854" sldId="638"/>
            <ac:picMk id="31" creationId="{5656F74B-AC22-36DD-3A15-5A7E3CE558C2}"/>
          </ac:picMkLst>
        </pc:picChg>
        <pc:picChg chg="add del mod">
          <ac:chgData name="재진 류" userId="cbe15dfa77e5d898" providerId="LiveId" clId="{1ABA565F-8B67-41E6-BC41-361AA4153431}" dt="2026-07-20T23:58:36.276" v="85" actId="21"/>
          <ac:picMkLst>
            <pc:docMk/>
            <pc:sldMk cId="4247854854" sldId="638"/>
            <ac:picMk id="33" creationId="{B4B98075-AAC7-32A3-2229-CF0D882C2140}"/>
          </ac:picMkLst>
        </pc:picChg>
      </pc:sldChg>
      <pc:sldChg chg="addSp delSp modSp new mod">
        <pc:chgData name="재진 류" userId="cbe15dfa77e5d898" providerId="LiveId" clId="{1ABA565F-8B67-41E6-BC41-361AA4153431}" dt="2026-07-21T00:09:02.910" v="118" actId="122"/>
        <pc:sldMkLst>
          <pc:docMk/>
          <pc:sldMk cId="775517317" sldId="639"/>
        </pc:sldMkLst>
        <pc:spChg chg="del">
          <ac:chgData name="재진 류" userId="cbe15dfa77e5d898" providerId="LiveId" clId="{1ABA565F-8B67-41E6-BC41-361AA4153431}" dt="2026-07-21T00:07:03.406" v="87" actId="478"/>
          <ac:spMkLst>
            <pc:docMk/>
            <pc:sldMk cId="775517317" sldId="639"/>
            <ac:spMk id="2" creationId="{21ED464C-7F78-FC7D-E32F-8AD062093F39}"/>
          </ac:spMkLst>
        </pc:spChg>
        <pc:spChg chg="del">
          <ac:chgData name="재진 류" userId="cbe15dfa77e5d898" providerId="LiveId" clId="{1ABA565F-8B67-41E6-BC41-361AA4153431}" dt="2026-07-21T00:07:03.406" v="87" actId="478"/>
          <ac:spMkLst>
            <pc:docMk/>
            <pc:sldMk cId="775517317" sldId="639"/>
            <ac:spMk id="3" creationId="{2C8D9780-414D-F9C3-15F9-B296B0ABD46C}"/>
          </ac:spMkLst>
        </pc:spChg>
        <pc:graphicFrameChg chg="add mod">
          <ac:chgData name="재진 류" userId="cbe15dfa77e5d898" providerId="LiveId" clId="{1ABA565F-8B67-41E6-BC41-361AA4153431}" dt="2026-07-21T00:07:03.778" v="88"/>
          <ac:graphicFrameMkLst>
            <pc:docMk/>
            <pc:sldMk cId="775517317" sldId="639"/>
            <ac:graphicFrameMk id="4" creationId="{8C91BCD6-BE78-2167-4237-993DF286541B}"/>
          </ac:graphicFrameMkLst>
        </pc:graphicFrameChg>
        <pc:graphicFrameChg chg="add mod modGraphic">
          <ac:chgData name="재진 류" userId="cbe15dfa77e5d898" providerId="LiveId" clId="{1ABA565F-8B67-41E6-BC41-361AA4153431}" dt="2026-07-21T00:09:02.910" v="118" actId="122"/>
          <ac:graphicFrameMkLst>
            <pc:docMk/>
            <pc:sldMk cId="775517317" sldId="639"/>
            <ac:graphicFrameMk id="5" creationId="{2FF73D64-3219-B86A-5DC2-AA2CE49A691D}"/>
          </ac:graphicFrameMkLst>
        </pc:graphicFrameChg>
      </pc:sldChg>
      <pc:sldChg chg="del">
        <pc:chgData name="재진 류" userId="cbe15dfa77e5d898" providerId="LiveId" clId="{1ABA565F-8B67-41E6-BC41-361AA4153431}" dt="2026-07-20T07:29:47.521" v="0" actId="47"/>
        <pc:sldMkLst>
          <pc:docMk/>
          <pc:sldMk cId="3061073314" sldId="639"/>
        </pc:sldMkLst>
      </pc:sldChg>
      <pc:sldChg chg="del">
        <pc:chgData name="재진 류" userId="cbe15dfa77e5d898" providerId="LiveId" clId="{1ABA565F-8B67-41E6-BC41-361AA4153431}" dt="2026-07-20T07:29:47.521" v="0" actId="47"/>
        <pc:sldMkLst>
          <pc:docMk/>
          <pc:sldMk cId="2920241083" sldId="640"/>
        </pc:sldMkLst>
      </pc:sldChg>
    </pc:docChg>
  </pc:docChgLst>
</pc:chgInfo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머리글 개체 틀 1"/>
          <p:cNvSpPr>
            <a:spLocks noGrp="1"/>
          </p:cNvSpPr>
          <p:nvPr>
            <p:ph type="hdr" sz="quarter"/>
          </p:nvPr>
        </p:nvSpPr>
        <p:spPr>
          <a:xfrm>
            <a:off x="1" y="0"/>
            <a:ext cx="3076143" cy="511649"/>
          </a:xfrm>
          <a:prstGeom prst="rect">
            <a:avLst/>
          </a:prstGeom>
        </p:spPr>
        <p:txBody>
          <a:bodyPr vert="horz" lIns="94640" tIns="47320" rIns="94640" bIns="47320" rtlCol="0"/>
          <a:lstStyle>
            <a:lvl1pPr algn="l">
              <a:defRPr sz="1200"/>
            </a:lvl1pPr>
          </a:lstStyle>
          <a:p>
            <a:endParaRPr lang="ko-KR" altLang="en-US"/>
          </a:p>
        </p:txBody>
      </p:sp>
      <p:sp>
        <p:nvSpPr>
          <p:cNvPr id="3" name="날짜 개체 틀 2"/>
          <p:cNvSpPr>
            <a:spLocks noGrp="1"/>
          </p:cNvSpPr>
          <p:nvPr>
            <p:ph type="dt" idx="1"/>
          </p:nvPr>
        </p:nvSpPr>
        <p:spPr>
          <a:xfrm>
            <a:off x="4021504" y="0"/>
            <a:ext cx="3076143" cy="511649"/>
          </a:xfrm>
          <a:prstGeom prst="rect">
            <a:avLst/>
          </a:prstGeom>
        </p:spPr>
        <p:txBody>
          <a:bodyPr vert="horz" lIns="94640" tIns="47320" rIns="94640" bIns="47320" rtlCol="0"/>
          <a:lstStyle>
            <a:lvl1pPr algn="r">
              <a:defRPr sz="1200"/>
            </a:lvl1pPr>
          </a:lstStyle>
          <a:p>
            <a:fld id="{CCB1EB66-5AE8-4A8D-939F-4F19ABA60952}" type="datetimeFigureOut">
              <a:rPr lang="ko-KR" altLang="en-US" smtClean="0"/>
              <a:pPr/>
              <a:t>2026-07-21</a:t>
            </a:fld>
            <a:endParaRPr lang="ko-KR" altLang="en-US"/>
          </a:p>
        </p:txBody>
      </p:sp>
      <p:sp>
        <p:nvSpPr>
          <p:cNvPr id="4" name="슬라이드 이미지 개체 틀 3"/>
          <p:cNvSpPr>
            <a:spLocks noGrp="1" noRot="1" noChangeAspect="1"/>
          </p:cNvSpPr>
          <p:nvPr>
            <p:ph type="sldImg" idx="2"/>
          </p:nvPr>
        </p:nvSpPr>
        <p:spPr>
          <a:xfrm>
            <a:off x="139700" y="768350"/>
            <a:ext cx="6819900" cy="3836988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4640" tIns="47320" rIns="94640" bIns="47320" rtlCol="0" anchor="ctr"/>
          <a:lstStyle/>
          <a:p>
            <a:endParaRPr lang="ko-KR" altLang="en-US"/>
          </a:p>
        </p:txBody>
      </p:sp>
      <p:sp>
        <p:nvSpPr>
          <p:cNvPr id="5" name="슬라이드 노트 개체 틀 4"/>
          <p:cNvSpPr>
            <a:spLocks noGrp="1"/>
          </p:cNvSpPr>
          <p:nvPr>
            <p:ph type="body" sz="quarter" idx="3"/>
          </p:nvPr>
        </p:nvSpPr>
        <p:spPr>
          <a:xfrm>
            <a:off x="710262" y="4861482"/>
            <a:ext cx="5678778" cy="4604841"/>
          </a:xfrm>
          <a:prstGeom prst="rect">
            <a:avLst/>
          </a:prstGeom>
        </p:spPr>
        <p:txBody>
          <a:bodyPr vert="horz" lIns="94640" tIns="47320" rIns="94640" bIns="47320" rtlCol="0"/>
          <a:lstStyle/>
          <a:p>
            <a:pPr lvl="0"/>
            <a:r>
              <a:rPr lang="ko-KR" altLang="en-US"/>
              <a:t>마스터 텍스트 스타일을 편집합니다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4"/>
          </p:nvPr>
        </p:nvSpPr>
        <p:spPr>
          <a:xfrm>
            <a:off x="1" y="9721332"/>
            <a:ext cx="3076143" cy="511648"/>
          </a:xfrm>
          <a:prstGeom prst="rect">
            <a:avLst/>
          </a:prstGeom>
        </p:spPr>
        <p:txBody>
          <a:bodyPr vert="horz" lIns="94640" tIns="47320" rIns="94640" bIns="47320" rtlCol="0" anchor="b"/>
          <a:lstStyle>
            <a:lvl1pPr algn="l">
              <a:defRPr sz="1200"/>
            </a:lvl1pPr>
          </a:lstStyle>
          <a:p>
            <a:endParaRPr lang="ko-KR" altLang="en-US"/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5"/>
          </p:nvPr>
        </p:nvSpPr>
        <p:spPr>
          <a:xfrm>
            <a:off x="4021504" y="9721332"/>
            <a:ext cx="3076143" cy="511648"/>
          </a:xfrm>
          <a:prstGeom prst="rect">
            <a:avLst/>
          </a:prstGeom>
        </p:spPr>
        <p:txBody>
          <a:bodyPr vert="horz" lIns="94640" tIns="47320" rIns="94640" bIns="47320" rtlCol="0" anchor="b"/>
          <a:lstStyle>
            <a:lvl1pPr algn="r">
              <a:defRPr sz="1200"/>
            </a:lvl1pPr>
          </a:lstStyle>
          <a:p>
            <a:fld id="{835969F5-1B7B-4C02-B31E-0A940D6B5BD5}" type="slidenum">
              <a:rPr lang="ko-KR" altLang="en-US" smtClean="0"/>
              <a:pPr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339258646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제목 슬라이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ctrTitle"/>
          </p:nvPr>
        </p:nvSpPr>
        <p:spPr>
          <a:xfrm>
            <a:off x="914400" y="2130426"/>
            <a:ext cx="10363200" cy="1470025"/>
          </a:xfrm>
        </p:spPr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부제목 2"/>
          <p:cNvSpPr>
            <a:spLocks noGrp="1"/>
          </p:cNvSpPr>
          <p:nvPr>
            <p:ph type="subTitle" idx="1"/>
          </p:nvPr>
        </p:nvSpPr>
        <p:spPr>
          <a:xfrm>
            <a:off x="1828800" y="3886200"/>
            <a:ext cx="85344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ko-KR" altLang="en-US"/>
              <a:t>마스터 부제목 스타일 편집</a:t>
            </a:r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2293F9-7EAB-4F05-B43B-A1306681030D}" type="datetimeFigureOut">
              <a:rPr lang="ko-KR" altLang="en-US" smtClean="0"/>
              <a:pPr/>
              <a:t>2026-07-21</a:t>
            </a:fld>
            <a:endParaRPr lang="ko-KR" altLang="en-US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>
          <a:xfrm>
            <a:off x="8737600" y="6356351"/>
            <a:ext cx="2844800" cy="365125"/>
          </a:xfrm>
          <a:prstGeom prst="rect">
            <a:avLst/>
          </a:prstGeom>
        </p:spPr>
        <p:txBody>
          <a:bodyPr/>
          <a:lstStyle/>
          <a:p>
            <a:fld id="{E01BF5DB-67AE-46F7-9782-47D5B6E0101D}" type="slidenum">
              <a:rPr lang="ko-KR" altLang="en-US" smtClean="0"/>
              <a:pPr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631964545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제목 및 내용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ko-KR" altLang="en-US"/>
              <a:t>마스터 텍스트 스타일을 편집합니다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2293F9-7EAB-4F05-B43B-A1306681030D}" type="datetimeFigureOut">
              <a:rPr lang="ko-KR" altLang="en-US" smtClean="0"/>
              <a:pPr/>
              <a:t>2026-07-21</a:t>
            </a:fld>
            <a:endParaRPr lang="ko-KR" altLang="en-US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>
          <a:xfrm>
            <a:off x="8737600" y="6356351"/>
            <a:ext cx="2844800" cy="365125"/>
          </a:xfrm>
          <a:prstGeom prst="rect">
            <a:avLst/>
          </a:prstGeom>
        </p:spPr>
        <p:txBody>
          <a:bodyPr/>
          <a:lstStyle/>
          <a:p>
            <a:fld id="{E01BF5DB-67AE-46F7-9782-47D5B6E0101D}" type="slidenum">
              <a:rPr lang="ko-KR" altLang="en-US" smtClean="0"/>
              <a:pPr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23288812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구역 머리글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963084" y="4406901"/>
            <a:ext cx="103632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/>
          <p:cNvSpPr>
            <a:spLocks noGrp="1"/>
          </p:cNvSpPr>
          <p:nvPr>
            <p:ph type="body" idx="1"/>
          </p:nvPr>
        </p:nvSpPr>
        <p:spPr>
          <a:xfrm>
            <a:off x="963084" y="2906713"/>
            <a:ext cx="103632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ko-KR" altLang="en-US"/>
              <a:t>마스터 텍스트 스타일을 편집합니다</a:t>
            </a:r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2293F9-7EAB-4F05-B43B-A1306681030D}" type="datetimeFigureOut">
              <a:rPr lang="ko-KR" altLang="en-US" smtClean="0"/>
              <a:pPr/>
              <a:t>2026-07-21</a:t>
            </a:fld>
            <a:endParaRPr lang="ko-KR" altLang="en-US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>
          <a:xfrm>
            <a:off x="8737600" y="6356351"/>
            <a:ext cx="2844800" cy="365125"/>
          </a:xfrm>
          <a:prstGeom prst="rect">
            <a:avLst/>
          </a:prstGeom>
        </p:spPr>
        <p:txBody>
          <a:bodyPr/>
          <a:lstStyle/>
          <a:p>
            <a:fld id="{E01BF5DB-67AE-46F7-9782-47D5B6E0101D}" type="slidenum">
              <a:rPr lang="ko-KR" altLang="en-US" smtClean="0"/>
              <a:pPr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4293485047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콘텐츠 2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/>
          <p:cNvSpPr>
            <a:spLocks noGrp="1"/>
          </p:cNvSpPr>
          <p:nvPr>
            <p:ph sz="half" idx="1"/>
          </p:nvPr>
        </p:nvSpPr>
        <p:spPr>
          <a:xfrm>
            <a:off x="609600" y="1600201"/>
            <a:ext cx="53848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ko-KR" altLang="en-US"/>
              <a:t>마스터 텍스트 스타일을 편집합니다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4" name="내용 개체 틀 3"/>
          <p:cNvSpPr>
            <a:spLocks noGrp="1"/>
          </p:cNvSpPr>
          <p:nvPr>
            <p:ph sz="half" idx="2"/>
          </p:nvPr>
        </p:nvSpPr>
        <p:spPr>
          <a:xfrm>
            <a:off x="6197600" y="1600201"/>
            <a:ext cx="53848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ko-KR" altLang="en-US"/>
              <a:t>마스터 텍스트 스타일을 편집합니다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5" name="날짜 개체 틀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2293F9-7EAB-4F05-B43B-A1306681030D}" type="datetimeFigureOut">
              <a:rPr lang="ko-KR" altLang="en-US" smtClean="0"/>
              <a:pPr/>
              <a:t>2026-07-21</a:t>
            </a:fld>
            <a:endParaRPr lang="ko-KR" altLang="en-US"/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12"/>
          </p:nvPr>
        </p:nvSpPr>
        <p:spPr>
          <a:xfrm>
            <a:off x="8737600" y="6356351"/>
            <a:ext cx="2844800" cy="365125"/>
          </a:xfrm>
          <a:prstGeom prst="rect">
            <a:avLst/>
          </a:prstGeom>
        </p:spPr>
        <p:txBody>
          <a:bodyPr/>
          <a:lstStyle/>
          <a:p>
            <a:fld id="{E01BF5DB-67AE-46F7-9782-47D5B6E0101D}" type="slidenum">
              <a:rPr lang="ko-KR" altLang="en-US" smtClean="0"/>
              <a:pPr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863449205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비교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/>
          <p:cNvSpPr>
            <a:spLocks noGrp="1"/>
          </p:cNvSpPr>
          <p:nvPr>
            <p:ph type="body" idx="1"/>
          </p:nvPr>
        </p:nvSpPr>
        <p:spPr>
          <a:xfrm>
            <a:off x="609600" y="1535113"/>
            <a:ext cx="5386917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/>
              <a:t>마스터 텍스트 스타일을 편집합니다</a:t>
            </a:r>
          </a:p>
        </p:txBody>
      </p:sp>
      <p:sp>
        <p:nvSpPr>
          <p:cNvPr id="4" name="내용 개체 틀 3"/>
          <p:cNvSpPr>
            <a:spLocks noGrp="1"/>
          </p:cNvSpPr>
          <p:nvPr>
            <p:ph sz="half" idx="2"/>
          </p:nvPr>
        </p:nvSpPr>
        <p:spPr>
          <a:xfrm>
            <a:off x="609600" y="2174875"/>
            <a:ext cx="5386917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ko-KR" altLang="en-US"/>
              <a:t>마스터 텍스트 스타일을 편집합니다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5" name="텍스트 개체 틀 4"/>
          <p:cNvSpPr>
            <a:spLocks noGrp="1"/>
          </p:cNvSpPr>
          <p:nvPr>
            <p:ph type="body" sz="quarter" idx="3"/>
          </p:nvPr>
        </p:nvSpPr>
        <p:spPr>
          <a:xfrm>
            <a:off x="6193368" y="1535113"/>
            <a:ext cx="5389033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/>
              <a:t>마스터 텍스트 스타일을 편집합니다</a:t>
            </a:r>
          </a:p>
        </p:txBody>
      </p:sp>
      <p:sp>
        <p:nvSpPr>
          <p:cNvPr id="6" name="내용 개체 틀 5"/>
          <p:cNvSpPr>
            <a:spLocks noGrp="1"/>
          </p:cNvSpPr>
          <p:nvPr>
            <p:ph sz="quarter" idx="4"/>
          </p:nvPr>
        </p:nvSpPr>
        <p:spPr>
          <a:xfrm>
            <a:off x="6193368" y="2174875"/>
            <a:ext cx="5389033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ko-KR" altLang="en-US"/>
              <a:t>마스터 텍스트 스타일을 편집합니다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7" name="날짜 개체 틀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2293F9-7EAB-4F05-B43B-A1306681030D}" type="datetimeFigureOut">
              <a:rPr lang="ko-KR" altLang="en-US" smtClean="0"/>
              <a:pPr/>
              <a:t>2026-07-21</a:t>
            </a:fld>
            <a:endParaRPr lang="ko-KR" altLang="en-US"/>
          </a:p>
        </p:txBody>
      </p:sp>
      <p:sp>
        <p:nvSpPr>
          <p:cNvPr id="8" name="바닥글 개체 틀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9" name="슬라이드 번호 개체 틀 8"/>
          <p:cNvSpPr>
            <a:spLocks noGrp="1"/>
          </p:cNvSpPr>
          <p:nvPr>
            <p:ph type="sldNum" sz="quarter" idx="12"/>
          </p:nvPr>
        </p:nvSpPr>
        <p:spPr>
          <a:xfrm>
            <a:off x="8737600" y="6356351"/>
            <a:ext cx="2844800" cy="365125"/>
          </a:xfrm>
          <a:prstGeom prst="rect">
            <a:avLst/>
          </a:prstGeom>
        </p:spPr>
        <p:txBody>
          <a:bodyPr/>
          <a:lstStyle/>
          <a:p>
            <a:fld id="{E01BF5DB-67AE-46F7-9782-47D5B6E0101D}" type="slidenum">
              <a:rPr lang="ko-KR" altLang="en-US" smtClean="0"/>
              <a:pPr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505791875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제목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날짜 개체 틀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2293F9-7EAB-4F05-B43B-A1306681030D}" type="datetimeFigureOut">
              <a:rPr lang="ko-KR" altLang="en-US" smtClean="0"/>
              <a:pPr/>
              <a:t>2026-07-21</a:t>
            </a:fld>
            <a:endParaRPr lang="ko-KR" altLang="en-US"/>
          </a:p>
        </p:txBody>
      </p:sp>
      <p:sp>
        <p:nvSpPr>
          <p:cNvPr id="4" name="바닥글 개체 틀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5" name="슬라이드 번호 개체 틀 4"/>
          <p:cNvSpPr>
            <a:spLocks noGrp="1"/>
          </p:cNvSpPr>
          <p:nvPr>
            <p:ph type="sldNum" sz="quarter" idx="12"/>
          </p:nvPr>
        </p:nvSpPr>
        <p:spPr>
          <a:xfrm>
            <a:off x="8737600" y="6356351"/>
            <a:ext cx="2844800" cy="365125"/>
          </a:xfrm>
          <a:prstGeom prst="rect">
            <a:avLst/>
          </a:prstGeom>
        </p:spPr>
        <p:txBody>
          <a:bodyPr/>
          <a:lstStyle/>
          <a:p>
            <a:fld id="{E01BF5DB-67AE-46F7-9782-47D5B6E0101D}" type="slidenum">
              <a:rPr lang="ko-KR" altLang="en-US" smtClean="0"/>
              <a:pPr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54415398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빈 화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날짜 개체 틀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2293F9-7EAB-4F05-B43B-A1306681030D}" type="datetimeFigureOut">
              <a:rPr lang="ko-KR" altLang="en-US" smtClean="0"/>
              <a:pPr/>
              <a:t>2026-07-21</a:t>
            </a:fld>
            <a:endParaRPr lang="ko-KR" altLang="en-US"/>
          </a:p>
        </p:txBody>
      </p:sp>
      <p:sp>
        <p:nvSpPr>
          <p:cNvPr id="3" name="바닥글 개체 틀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2"/>
          </p:nvPr>
        </p:nvSpPr>
        <p:spPr>
          <a:xfrm>
            <a:off x="8737600" y="6356351"/>
            <a:ext cx="2844800" cy="365125"/>
          </a:xfrm>
          <a:prstGeom prst="rect">
            <a:avLst/>
          </a:prstGeom>
        </p:spPr>
        <p:txBody>
          <a:bodyPr/>
          <a:lstStyle/>
          <a:p>
            <a:fld id="{E01BF5DB-67AE-46F7-9782-47D5B6E0101D}" type="slidenum">
              <a:rPr lang="ko-KR" altLang="en-US" smtClean="0"/>
              <a:pPr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651972221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캡션 있는 콘텐츠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609601" y="273050"/>
            <a:ext cx="4011084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/>
          <p:cNvSpPr>
            <a:spLocks noGrp="1"/>
          </p:cNvSpPr>
          <p:nvPr>
            <p:ph idx="1"/>
          </p:nvPr>
        </p:nvSpPr>
        <p:spPr>
          <a:xfrm>
            <a:off x="4766733" y="273051"/>
            <a:ext cx="6815667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ko-KR" altLang="en-US"/>
              <a:t>마스터 텍스트 스타일을 편집합니다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4" name="텍스트 개체 틀 3"/>
          <p:cNvSpPr>
            <a:spLocks noGrp="1"/>
          </p:cNvSpPr>
          <p:nvPr>
            <p:ph type="body" sz="half" idx="2"/>
          </p:nvPr>
        </p:nvSpPr>
        <p:spPr>
          <a:xfrm>
            <a:off x="609601" y="1435101"/>
            <a:ext cx="4011084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ko-KR" altLang="en-US"/>
              <a:t>마스터 텍스트 스타일을 편집합니다</a:t>
            </a:r>
          </a:p>
        </p:txBody>
      </p:sp>
      <p:sp>
        <p:nvSpPr>
          <p:cNvPr id="5" name="날짜 개체 틀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2293F9-7EAB-4F05-B43B-A1306681030D}" type="datetimeFigureOut">
              <a:rPr lang="ko-KR" altLang="en-US" smtClean="0"/>
              <a:pPr/>
              <a:t>2026-07-21</a:t>
            </a:fld>
            <a:endParaRPr lang="ko-KR" altLang="en-US"/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12"/>
          </p:nvPr>
        </p:nvSpPr>
        <p:spPr>
          <a:xfrm>
            <a:off x="8737600" y="6356351"/>
            <a:ext cx="2844800" cy="365125"/>
          </a:xfrm>
          <a:prstGeom prst="rect">
            <a:avLst/>
          </a:prstGeom>
        </p:spPr>
        <p:txBody>
          <a:bodyPr/>
          <a:lstStyle/>
          <a:p>
            <a:fld id="{E01BF5DB-67AE-46F7-9782-47D5B6E0101D}" type="slidenum">
              <a:rPr lang="ko-KR" altLang="en-US" smtClean="0"/>
              <a:pPr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03685269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캡션 있는 그림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2389717" y="4800600"/>
            <a:ext cx="73152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그림 개체 틀 2"/>
          <p:cNvSpPr>
            <a:spLocks noGrp="1"/>
          </p:cNvSpPr>
          <p:nvPr>
            <p:ph type="pic" idx="1"/>
          </p:nvPr>
        </p:nvSpPr>
        <p:spPr>
          <a:xfrm>
            <a:off x="2389717" y="612775"/>
            <a:ext cx="73152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ko-KR" altLang="en-US"/>
          </a:p>
        </p:txBody>
      </p:sp>
      <p:sp>
        <p:nvSpPr>
          <p:cNvPr id="4" name="텍스트 개체 틀 3"/>
          <p:cNvSpPr>
            <a:spLocks noGrp="1"/>
          </p:cNvSpPr>
          <p:nvPr>
            <p:ph type="body" sz="half" idx="2"/>
          </p:nvPr>
        </p:nvSpPr>
        <p:spPr>
          <a:xfrm>
            <a:off x="2389717" y="5367338"/>
            <a:ext cx="73152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ko-KR" altLang="en-US"/>
              <a:t>마스터 텍스트 스타일을 편집합니다</a:t>
            </a:r>
          </a:p>
        </p:txBody>
      </p:sp>
      <p:sp>
        <p:nvSpPr>
          <p:cNvPr id="5" name="날짜 개체 틀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2293F9-7EAB-4F05-B43B-A1306681030D}" type="datetimeFigureOut">
              <a:rPr lang="ko-KR" altLang="en-US" smtClean="0"/>
              <a:pPr/>
              <a:t>2026-07-21</a:t>
            </a:fld>
            <a:endParaRPr lang="ko-KR" altLang="en-US"/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12"/>
          </p:nvPr>
        </p:nvSpPr>
        <p:spPr>
          <a:xfrm>
            <a:off x="8737600" y="6356351"/>
            <a:ext cx="2844800" cy="365125"/>
          </a:xfrm>
          <a:prstGeom prst="rect">
            <a:avLst/>
          </a:prstGeom>
        </p:spPr>
        <p:txBody>
          <a:bodyPr/>
          <a:lstStyle/>
          <a:p>
            <a:fld id="{E01BF5DB-67AE-46F7-9782-47D5B6E0101D}" type="slidenum">
              <a:rPr lang="ko-KR" altLang="en-US" smtClean="0"/>
              <a:pPr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4151714172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제목 및 세로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세로 텍스트 개체 틀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ko-KR" altLang="en-US"/>
              <a:t>마스터 텍스트 스타일을 편집합니다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2293F9-7EAB-4F05-B43B-A1306681030D}" type="datetimeFigureOut">
              <a:rPr lang="ko-KR" altLang="en-US" smtClean="0"/>
              <a:pPr/>
              <a:t>2026-07-21</a:t>
            </a:fld>
            <a:endParaRPr lang="ko-KR" altLang="en-US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>
          <a:xfrm>
            <a:off x="8737600" y="6356351"/>
            <a:ext cx="2844800" cy="365125"/>
          </a:xfrm>
          <a:prstGeom prst="rect">
            <a:avLst/>
          </a:prstGeom>
        </p:spPr>
        <p:txBody>
          <a:bodyPr/>
          <a:lstStyle/>
          <a:p>
            <a:fld id="{E01BF5DB-67AE-46F7-9782-47D5B6E0101D}" type="slidenum">
              <a:rPr lang="ko-KR" altLang="en-US" smtClean="0"/>
              <a:pPr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234696546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세로 제목 및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세로 제목 1"/>
          <p:cNvSpPr>
            <a:spLocks noGrp="1"/>
          </p:cNvSpPr>
          <p:nvPr>
            <p:ph type="title" orient="vert"/>
          </p:nvPr>
        </p:nvSpPr>
        <p:spPr>
          <a:xfrm>
            <a:off x="8839200" y="274639"/>
            <a:ext cx="2743200" cy="5851525"/>
          </a:xfrm>
        </p:spPr>
        <p:txBody>
          <a:bodyPr vert="eaVert"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세로 텍스트 개체 틀 2"/>
          <p:cNvSpPr>
            <a:spLocks noGrp="1"/>
          </p:cNvSpPr>
          <p:nvPr>
            <p:ph type="body" orient="vert" idx="1"/>
          </p:nvPr>
        </p:nvSpPr>
        <p:spPr>
          <a:xfrm>
            <a:off x="609600" y="274639"/>
            <a:ext cx="8026400" cy="5851525"/>
          </a:xfrm>
        </p:spPr>
        <p:txBody>
          <a:bodyPr vert="eaVert"/>
          <a:lstStyle/>
          <a:p>
            <a:pPr lvl="0"/>
            <a:r>
              <a:rPr lang="ko-KR" altLang="en-US"/>
              <a:t>마스터 텍스트 스타일을 편집합니다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2293F9-7EAB-4F05-B43B-A1306681030D}" type="datetimeFigureOut">
              <a:rPr lang="ko-KR" altLang="en-US" smtClean="0"/>
              <a:pPr/>
              <a:t>2026-07-21</a:t>
            </a:fld>
            <a:endParaRPr lang="ko-KR" altLang="en-US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>
          <a:xfrm>
            <a:off x="8737600" y="6356351"/>
            <a:ext cx="2844800" cy="365125"/>
          </a:xfrm>
          <a:prstGeom prst="rect">
            <a:avLst/>
          </a:prstGeom>
        </p:spPr>
        <p:txBody>
          <a:bodyPr/>
          <a:lstStyle/>
          <a:p>
            <a:fld id="{E01BF5DB-67AE-46F7-9782-47D5B6E0101D}" type="slidenum">
              <a:rPr lang="ko-KR" altLang="en-US" smtClean="0"/>
              <a:pPr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431939049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image" Target="../media/image1.png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개체 틀 1"/>
          <p:cNvSpPr>
            <a:spLocks noGrp="1"/>
          </p:cNvSpPr>
          <p:nvPr>
            <p:ph type="title"/>
          </p:nvPr>
        </p:nvSpPr>
        <p:spPr>
          <a:xfrm>
            <a:off x="609600" y="274638"/>
            <a:ext cx="109728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/>
          <p:cNvSpPr>
            <a:spLocks noGrp="1"/>
          </p:cNvSpPr>
          <p:nvPr>
            <p:ph type="body" idx="1"/>
          </p:nvPr>
        </p:nvSpPr>
        <p:spPr>
          <a:xfrm>
            <a:off x="609600" y="1600201"/>
            <a:ext cx="109728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ko-KR" altLang="en-US"/>
              <a:t>마스터 텍스트 스타일을 편집합니다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2"/>
          </p:nvPr>
        </p:nvSpPr>
        <p:spPr>
          <a:xfrm>
            <a:off x="609600" y="6356351"/>
            <a:ext cx="284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242293F9-7EAB-4F05-B43B-A1306681030D}" type="datetimeFigureOut">
              <a:rPr lang="ko-KR" altLang="en-US" smtClean="0"/>
              <a:pPr/>
              <a:t>2026-07-21</a:t>
            </a:fld>
            <a:endParaRPr lang="ko-KR" altLang="en-US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3"/>
          </p:nvPr>
        </p:nvSpPr>
        <p:spPr>
          <a:xfrm>
            <a:off x="4165600" y="6356351"/>
            <a:ext cx="3860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ko-KR" altLang="en-US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4"/>
          </p:nvPr>
        </p:nvSpPr>
        <p:spPr>
          <a:xfrm>
            <a:off x="8737600" y="6356351"/>
            <a:ext cx="284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E01BF5DB-67AE-46F7-9782-47D5B6E0101D}" type="slidenum">
              <a:rPr lang="ko-KR" altLang="en-US" smtClean="0"/>
              <a:pPr/>
              <a:t>‹#›</a:t>
            </a:fld>
            <a:endParaRPr lang="ko-KR" altLang="en-US"/>
          </a:p>
        </p:txBody>
      </p:sp>
      <p:grpSp>
        <p:nvGrpSpPr>
          <p:cNvPr id="7" name="그룹 6">
            <a:extLst>
              <a:ext uri="{FF2B5EF4-FFF2-40B4-BE49-F238E27FC236}">
                <a16:creationId xmlns:a16="http://schemas.microsoft.com/office/drawing/2014/main" id="{4B86EA79-20FC-0AC0-D851-E15C9248485B}"/>
              </a:ext>
            </a:extLst>
          </p:cNvPr>
          <p:cNvGrpSpPr/>
          <p:nvPr userDrawn="1"/>
        </p:nvGrpSpPr>
        <p:grpSpPr>
          <a:xfrm>
            <a:off x="8797753" y="6583362"/>
            <a:ext cx="3394247" cy="274638"/>
            <a:chOff x="5749753" y="6583362"/>
            <a:chExt cx="3394247" cy="274638"/>
          </a:xfrm>
        </p:grpSpPr>
        <p:pic>
          <p:nvPicPr>
            <p:cNvPr id="9" name="그림 8" descr="텍스트이(가) 표시된 사진&#10;&#10;자동 생성된 설명">
              <a:extLst>
                <a:ext uri="{FF2B5EF4-FFF2-40B4-BE49-F238E27FC236}">
                  <a16:creationId xmlns:a16="http://schemas.microsoft.com/office/drawing/2014/main" id="{FB634BA8-0D77-72A1-0AED-24E109843C3E}"/>
                </a:ext>
              </a:extLst>
            </p:cNvPr>
            <p:cNvPicPr>
              <a:picLocks noChangeAspect="1"/>
            </p:cNvPicPr>
            <p:nvPr userDrawn="1"/>
          </p:nvPicPr>
          <p:blipFill rotWithShape="1">
            <a:blip r:embed="rId13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90848" t="95995"/>
            <a:stretch/>
          </p:blipFill>
          <p:spPr>
            <a:xfrm>
              <a:off x="8028384" y="6583362"/>
              <a:ext cx="1115616" cy="274638"/>
            </a:xfrm>
            <a:prstGeom prst="rect">
              <a:avLst/>
            </a:prstGeom>
          </p:spPr>
        </p:pic>
        <p:sp>
          <p:nvSpPr>
            <p:cNvPr id="11" name="TextBox 10">
              <a:extLst>
                <a:ext uri="{FF2B5EF4-FFF2-40B4-BE49-F238E27FC236}">
                  <a16:creationId xmlns:a16="http://schemas.microsoft.com/office/drawing/2014/main" id="{DB9A0CB0-8EB4-E47C-4A0A-313EA2DCAB51}"/>
                </a:ext>
              </a:extLst>
            </p:cNvPr>
            <p:cNvSpPr txBox="1"/>
            <p:nvPr userDrawn="1"/>
          </p:nvSpPr>
          <p:spPr>
            <a:xfrm>
              <a:off x="5749753" y="6622483"/>
              <a:ext cx="2398413" cy="215444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altLang="ko-KR" sz="800" b="1" dirty="0">
                  <a:solidFill>
                    <a:schemeClr val="bg1">
                      <a:lumMod val="65000"/>
                    </a:schemeClr>
                  </a:solidFill>
                  <a:latin typeface="+mn-ea"/>
                </a:rPr>
                <a:t>ⓒK2 KOREA GROUP 2026 All rights reserved</a:t>
              </a:r>
              <a:endParaRPr lang="ko-KR" altLang="en-US" sz="800" b="1" dirty="0">
                <a:solidFill>
                  <a:schemeClr val="bg1">
                    <a:lumMod val="65000"/>
                  </a:schemeClr>
                </a:solidFill>
                <a:latin typeface="+mn-ea"/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39651784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1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1" hangingPunct="1">
        <a:spcBef>
          <a:spcPct val="20000"/>
        </a:spcBef>
        <a:buFont typeface="Arial" panose="020B0604020202020204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1" hangingPunct="1">
        <a:spcBef>
          <a:spcPct val="20000"/>
        </a:spcBef>
        <a:buFont typeface="Arial" panose="020B0604020202020204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1" hangingPunct="1">
        <a:spcBef>
          <a:spcPct val="200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1" hangingPunct="1">
        <a:spcBef>
          <a:spcPct val="20000"/>
        </a:spcBef>
        <a:buFont typeface="Arial" panose="020B0604020202020204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1" hangingPunct="1">
        <a:spcBef>
          <a:spcPct val="20000"/>
        </a:spcBef>
        <a:buFont typeface="Arial" panose="020B0604020202020204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1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1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1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1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ko-KR"/>
      </a:defPPr>
      <a:lvl1pPr marL="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6.png"/><Relationship Id="rId5" Type="http://schemas.openxmlformats.org/officeDocument/2006/relationships/image" Target="../media/image5.png"/><Relationship Id="rId4" Type="http://schemas.openxmlformats.org/officeDocument/2006/relationships/image" Target="../media/image4.png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3" name="그림 22">
            <a:extLst>
              <a:ext uri="{FF2B5EF4-FFF2-40B4-BE49-F238E27FC236}">
                <a16:creationId xmlns:a16="http://schemas.microsoft.com/office/drawing/2014/main" id="{1818DA4E-2DF5-F247-D4F1-9E7B257667E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-416783" y="889972"/>
            <a:ext cx="2903371" cy="3871161"/>
          </a:xfrm>
          <a:prstGeom prst="rect">
            <a:avLst/>
          </a:prstGeom>
        </p:spPr>
      </p:pic>
      <p:pic>
        <p:nvPicPr>
          <p:cNvPr id="25" name="그림 24">
            <a:extLst>
              <a:ext uri="{FF2B5EF4-FFF2-40B4-BE49-F238E27FC236}">
                <a16:creationId xmlns:a16="http://schemas.microsoft.com/office/drawing/2014/main" id="{D744E432-3E3E-B2A7-B38F-4770078E4F87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639616" y="889972"/>
            <a:ext cx="2903371" cy="3871161"/>
          </a:xfrm>
          <a:prstGeom prst="rect">
            <a:avLst/>
          </a:prstGeom>
        </p:spPr>
      </p:pic>
      <p:pic>
        <p:nvPicPr>
          <p:cNvPr id="27" name="그림 26">
            <a:extLst>
              <a:ext uri="{FF2B5EF4-FFF2-40B4-BE49-F238E27FC236}">
                <a16:creationId xmlns:a16="http://schemas.microsoft.com/office/drawing/2014/main" id="{58FBC2EC-4461-E3D5-8423-8D52D1753596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696015" y="889972"/>
            <a:ext cx="2903371" cy="3871161"/>
          </a:xfrm>
          <a:prstGeom prst="rect">
            <a:avLst/>
          </a:prstGeom>
        </p:spPr>
      </p:pic>
      <p:pic>
        <p:nvPicPr>
          <p:cNvPr id="29" name="그림 28">
            <a:extLst>
              <a:ext uri="{FF2B5EF4-FFF2-40B4-BE49-F238E27FC236}">
                <a16:creationId xmlns:a16="http://schemas.microsoft.com/office/drawing/2014/main" id="{A19407D4-6539-E825-581E-ACB753CC7D50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752414" y="889972"/>
            <a:ext cx="2903371" cy="3871161"/>
          </a:xfrm>
          <a:prstGeom prst="rect">
            <a:avLst/>
          </a:prstGeom>
        </p:spPr>
      </p:pic>
      <p:pic>
        <p:nvPicPr>
          <p:cNvPr id="31" name="그림 30">
            <a:extLst>
              <a:ext uri="{FF2B5EF4-FFF2-40B4-BE49-F238E27FC236}">
                <a16:creationId xmlns:a16="http://schemas.microsoft.com/office/drawing/2014/main" id="{5656F74B-AC22-36DD-3A15-5A7E3CE558C2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1808813" y="889972"/>
            <a:ext cx="2903371" cy="387116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247854854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5" name="표 4">
            <a:extLst>
              <a:ext uri="{FF2B5EF4-FFF2-40B4-BE49-F238E27FC236}">
                <a16:creationId xmlns:a16="http://schemas.microsoft.com/office/drawing/2014/main" id="{2FF73D64-3219-B86A-5DC2-AA2CE49A691D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052988586"/>
              </p:ext>
            </p:extLst>
          </p:nvPr>
        </p:nvGraphicFramePr>
        <p:xfrm>
          <a:off x="191344" y="1484784"/>
          <a:ext cx="13105456" cy="4525962"/>
        </p:xfrm>
        <a:graphic>
          <a:graphicData uri="http://schemas.openxmlformats.org/drawingml/2006/table">
            <a:tbl>
              <a:tblPr>
                <a:tableStyleId>{8EC20E35-A176-4012-BC5E-935CFFF8708E}</a:tableStyleId>
              </a:tblPr>
              <a:tblGrid>
                <a:gridCol w="2701801">
                  <a:extLst>
                    <a:ext uri="{9D8B030D-6E8A-4147-A177-3AD203B41FA5}">
                      <a16:colId xmlns:a16="http://schemas.microsoft.com/office/drawing/2014/main" val="1161002152"/>
                    </a:ext>
                  </a:extLst>
                </a:gridCol>
                <a:gridCol w="877002">
                  <a:extLst>
                    <a:ext uri="{9D8B030D-6E8A-4147-A177-3AD203B41FA5}">
                      <a16:colId xmlns:a16="http://schemas.microsoft.com/office/drawing/2014/main" val="1652927040"/>
                    </a:ext>
                  </a:extLst>
                </a:gridCol>
                <a:gridCol w="566231">
                  <a:extLst>
                    <a:ext uri="{9D8B030D-6E8A-4147-A177-3AD203B41FA5}">
                      <a16:colId xmlns:a16="http://schemas.microsoft.com/office/drawing/2014/main" val="2969134779"/>
                    </a:ext>
                  </a:extLst>
                </a:gridCol>
                <a:gridCol w="743812">
                  <a:extLst>
                    <a:ext uri="{9D8B030D-6E8A-4147-A177-3AD203B41FA5}">
                      <a16:colId xmlns:a16="http://schemas.microsoft.com/office/drawing/2014/main" val="713725329"/>
                    </a:ext>
                  </a:extLst>
                </a:gridCol>
                <a:gridCol w="5345191">
                  <a:extLst>
                    <a:ext uri="{9D8B030D-6E8A-4147-A177-3AD203B41FA5}">
                      <a16:colId xmlns:a16="http://schemas.microsoft.com/office/drawing/2014/main" val="2849191965"/>
                    </a:ext>
                  </a:extLst>
                </a:gridCol>
                <a:gridCol w="2871419">
                  <a:extLst>
                    <a:ext uri="{9D8B030D-6E8A-4147-A177-3AD203B41FA5}">
                      <a16:colId xmlns:a16="http://schemas.microsoft.com/office/drawing/2014/main" val="3622402574"/>
                    </a:ext>
                  </a:extLst>
                </a:gridCol>
              </a:tblGrid>
              <a:tr h="372726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ko-KR" sz="1200" dirty="0"/>
                        <a:t>제품</a:t>
                      </a:r>
                    </a:p>
                  </a:txBody>
                  <a:tcPr marL="53247" marR="53247" marT="26623" marB="26623" anchor="ctr">
                    <a:lnR w="12700" cap="flat" cmpd="sng" algn="ctr">
                      <a:solidFill>
                        <a:schemeClr val="tx1"/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B w="12700" cap="flat" cmpd="sng" algn="ctr">
                      <a:solidFill>
                        <a:schemeClr val="tx1"/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ko-KR" sz="1200" dirty="0"/>
                        <a:t>아치</a:t>
                      </a:r>
                    </a:p>
                  </a:txBody>
                  <a:tcPr marL="53247" marR="53247" marT="26623" marB="26623" anchor="ctr">
                    <a:lnL w="12700" cap="flat" cmpd="sng" algn="ctr">
                      <a:solidFill>
                        <a:schemeClr val="tx1"/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B w="12700" cap="flat" cmpd="sng" algn="ctr">
                      <a:solidFill>
                        <a:schemeClr val="tx1"/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ko-KR" sz="1200" dirty="0"/>
                        <a:t>두께</a:t>
                      </a:r>
                    </a:p>
                  </a:txBody>
                  <a:tcPr marL="53247" marR="53247" marT="26623" marB="26623" anchor="ctr">
                    <a:lnL w="12700" cap="flat" cmpd="sng" algn="ctr">
                      <a:solidFill>
                        <a:schemeClr val="tx1"/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B w="12700" cap="flat" cmpd="sng" algn="ctr">
                      <a:solidFill>
                        <a:schemeClr val="tx1"/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ko-KR" sz="1200" dirty="0" err="1"/>
                        <a:t>쿠션감</a:t>
                      </a:r>
                      <a:endParaRPr lang="ko-KR" sz="1200" dirty="0"/>
                    </a:p>
                  </a:txBody>
                  <a:tcPr marL="53247" marR="53247" marT="26623" marB="26623" anchor="ctr">
                    <a:lnL w="12700" cap="flat" cmpd="sng" algn="ctr">
                      <a:solidFill>
                        <a:schemeClr val="tx1"/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B w="12700" cap="flat" cmpd="sng" algn="ctr">
                      <a:solidFill>
                        <a:schemeClr val="tx1"/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ko-KR" sz="1200" dirty="0"/>
                        <a:t>제품 설계 특성</a:t>
                      </a:r>
                    </a:p>
                  </a:txBody>
                  <a:tcPr marL="53247" marR="53247" marT="26623" marB="26623" anchor="ctr">
                    <a:lnL w="12700" cap="flat" cmpd="sng" algn="ctr">
                      <a:solidFill>
                        <a:schemeClr val="tx1"/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B w="12700" cap="flat" cmpd="sng" algn="ctr">
                      <a:solidFill>
                        <a:schemeClr val="tx1"/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ko-KR" sz="1200" dirty="0"/>
                        <a:t>적합한 </a:t>
                      </a:r>
                      <a:r>
                        <a:rPr lang="ko-KR" sz="1200" dirty="0" err="1"/>
                        <a:t>신발·용도</a:t>
                      </a:r>
                      <a:endParaRPr lang="ko-KR" sz="1200" dirty="0"/>
                    </a:p>
                  </a:txBody>
                  <a:tcPr marL="53247" marR="53247" marT="26623" marB="26623" anchor="ctr">
                    <a:lnL w="12700" cap="flat" cmpd="sng" algn="ctr">
                      <a:solidFill>
                        <a:schemeClr val="tx1"/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B w="12700" cap="flat" cmpd="sng" algn="ctr">
                      <a:solidFill>
                        <a:schemeClr val="tx1"/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703208168"/>
                  </a:ext>
                </a:extLst>
              </a:tr>
              <a:tr h="692206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ko-KR" sz="1200" dirty="0"/>
                        <a:t>All-</a:t>
                      </a:r>
                      <a:r>
                        <a:rPr lang="ko-KR" sz="1200" dirty="0" err="1"/>
                        <a:t>Purpose</a:t>
                      </a:r>
                      <a:r>
                        <a:rPr lang="ko-KR" sz="1200" dirty="0"/>
                        <a:t> </a:t>
                      </a:r>
                      <a:r>
                        <a:rPr lang="ko-KR" sz="1200" dirty="0" err="1"/>
                        <a:t>Support</a:t>
                      </a:r>
                      <a:r>
                        <a:rPr lang="ko-KR" sz="1200" dirty="0"/>
                        <a:t> </a:t>
                      </a:r>
                      <a:r>
                        <a:rPr lang="ko-KR" sz="1200" dirty="0" err="1"/>
                        <a:t>Low</a:t>
                      </a:r>
                      <a:endParaRPr lang="ko-KR" sz="1200" dirty="0"/>
                    </a:p>
                  </a:txBody>
                  <a:tcPr marL="53247" marR="53247" marT="26623" marB="26623" anchor="ctr">
                    <a:lnR w="12700" cap="flat" cmpd="sng" algn="ctr">
                      <a:solidFill>
                        <a:schemeClr val="tx1"/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ko-KR" sz="1200" dirty="0" err="1"/>
                        <a:t>Low</a:t>
                      </a:r>
                      <a:endParaRPr lang="ko-KR" sz="1200" dirty="0"/>
                    </a:p>
                  </a:txBody>
                  <a:tcPr marL="53247" marR="53247" marT="26623" marB="26623" anchor="ctr">
                    <a:lnL w="12700" cap="flat" cmpd="sng" algn="ctr">
                      <a:solidFill>
                        <a:schemeClr val="tx1"/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ko-KR" sz="1200" dirty="0" err="1"/>
                        <a:t>Thin</a:t>
                      </a:r>
                      <a:endParaRPr lang="ko-KR" sz="1200" dirty="0"/>
                    </a:p>
                  </a:txBody>
                  <a:tcPr marL="53247" marR="53247" marT="26623" marB="26623" anchor="ctr">
                    <a:lnL w="12700" cap="flat" cmpd="sng" algn="ctr">
                      <a:solidFill>
                        <a:schemeClr val="tx1"/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ko-KR" sz="1200" dirty="0" err="1"/>
                        <a:t>Firm</a:t>
                      </a:r>
                      <a:endParaRPr lang="ko-KR" sz="1200" dirty="0"/>
                    </a:p>
                  </a:txBody>
                  <a:tcPr marL="53247" marR="53247" marT="26623" marB="26623" anchor="ctr">
                    <a:lnL w="12700" cap="flat" cmpd="sng" algn="ctr">
                      <a:solidFill>
                        <a:schemeClr val="tx1"/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ko-KR" sz="1200" dirty="0"/>
                        <a:t>낮은 아치와 얇은 프로파일, 단단한 </a:t>
                      </a:r>
                      <a:r>
                        <a:rPr lang="ko-KR" sz="1200" dirty="0" err="1"/>
                        <a:t>stabilizer</a:t>
                      </a:r>
                      <a:r>
                        <a:rPr lang="ko-KR" sz="1200" dirty="0"/>
                        <a:t> </a:t>
                      </a:r>
                      <a:r>
                        <a:rPr lang="ko-KR" sz="1200" dirty="0" err="1"/>
                        <a:t>cap</a:t>
                      </a:r>
                      <a:r>
                        <a:rPr lang="ko-KR" sz="1200" dirty="0"/>
                        <a:t>, 수용성이 높은 </a:t>
                      </a:r>
                      <a:r>
                        <a:rPr lang="ko-KR" sz="1200" dirty="0" err="1"/>
                        <a:t>heel</a:t>
                      </a:r>
                      <a:r>
                        <a:rPr lang="ko-KR" sz="1200" dirty="0"/>
                        <a:t> </a:t>
                      </a:r>
                      <a:r>
                        <a:rPr lang="ko-KR" sz="1200" dirty="0" err="1"/>
                        <a:t>cup</a:t>
                      </a:r>
                      <a:endParaRPr lang="ko-KR" sz="1200" dirty="0"/>
                    </a:p>
                  </a:txBody>
                  <a:tcPr marL="53247" marR="53247" marT="26623" marB="26623" anchor="ctr">
                    <a:lnL w="12700" cap="flat" cmpd="sng" algn="ctr">
                      <a:solidFill>
                        <a:schemeClr val="tx1"/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ko-KR" sz="1200" dirty="0"/>
                        <a:t>공간이 좁은 </a:t>
                      </a:r>
                      <a:r>
                        <a:rPr lang="ko-KR" sz="1200" dirty="0" err="1"/>
                        <a:t>일상화·슬림핏</a:t>
                      </a:r>
                      <a:r>
                        <a:rPr lang="ko-KR" sz="1200" dirty="0"/>
                        <a:t> 신발</a:t>
                      </a:r>
                    </a:p>
                  </a:txBody>
                  <a:tcPr marL="53247" marR="53247" marT="26623" marB="26623" anchor="ctr">
                    <a:lnL w="12700" cap="flat" cmpd="sng" algn="ctr">
                      <a:solidFill>
                        <a:schemeClr val="tx1"/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T w="12700" cap="flat" cmpd="sng" algn="ctr">
                      <a:solidFill>
                        <a:schemeClr val="tx1"/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326973420"/>
                  </a:ext>
                </a:extLst>
              </a:tr>
              <a:tr h="692206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ko-KR" sz="1200" dirty="0"/>
                        <a:t>All-</a:t>
                      </a:r>
                      <a:r>
                        <a:rPr lang="ko-KR" sz="1200" dirty="0" err="1"/>
                        <a:t>Purpose</a:t>
                      </a:r>
                      <a:r>
                        <a:rPr lang="ko-KR" sz="1200" dirty="0"/>
                        <a:t> </a:t>
                      </a:r>
                      <a:r>
                        <a:rPr lang="ko-KR" sz="1200" dirty="0" err="1"/>
                        <a:t>Support</a:t>
                      </a:r>
                      <a:r>
                        <a:rPr lang="ko-KR" sz="1200" dirty="0"/>
                        <a:t> </a:t>
                      </a:r>
                      <a:r>
                        <a:rPr lang="ko-KR" sz="1200" dirty="0" err="1"/>
                        <a:t>Medium</a:t>
                      </a:r>
                      <a:endParaRPr lang="ko-KR" sz="1200" dirty="0"/>
                    </a:p>
                  </a:txBody>
                  <a:tcPr marL="53247" marR="53247" marT="26623" marB="26623" anchor="ctr">
                    <a:lnR w="12700" cap="flat" cmpd="sng" algn="ctr">
                      <a:solidFill>
                        <a:schemeClr val="tx1"/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ko-KR" sz="1200"/>
                        <a:t>Medium</a:t>
                      </a:r>
                    </a:p>
                  </a:txBody>
                  <a:tcPr marL="53247" marR="53247" marT="26623" marB="26623" anchor="ctr">
                    <a:lnL w="12700" cap="flat" cmpd="sng" algn="ctr">
                      <a:solidFill>
                        <a:schemeClr val="tx1"/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ko-KR" sz="1200"/>
                        <a:t>Mid</a:t>
                      </a:r>
                    </a:p>
                  </a:txBody>
                  <a:tcPr marL="53247" marR="53247" marT="26623" marB="26623" anchor="ctr">
                    <a:lnL w="12700" cap="flat" cmpd="sng" algn="ctr">
                      <a:solidFill>
                        <a:schemeClr val="tx1"/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ko-KR" sz="1200" dirty="0" err="1"/>
                        <a:t>Firm</a:t>
                      </a:r>
                      <a:endParaRPr lang="ko-KR" sz="1200" dirty="0"/>
                    </a:p>
                  </a:txBody>
                  <a:tcPr marL="53247" marR="53247" marT="26623" marB="26623" anchor="ctr">
                    <a:lnL w="12700" cap="flat" cmpd="sng" algn="ctr">
                      <a:solidFill>
                        <a:schemeClr val="tx1"/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ko-KR" sz="1200" dirty="0"/>
                        <a:t>중간 높이의 구조적 아치, 고밀도 폼, </a:t>
                      </a:r>
                      <a:r>
                        <a:rPr lang="ko-KR" sz="1200" dirty="0" err="1"/>
                        <a:t>후족부</a:t>
                      </a:r>
                      <a:r>
                        <a:rPr lang="ko-KR" sz="1200" dirty="0"/>
                        <a:t> 안정화 구조</a:t>
                      </a:r>
                    </a:p>
                  </a:txBody>
                  <a:tcPr marL="53247" marR="53247" marT="26623" marB="26623" anchor="ctr">
                    <a:lnL w="12700" cap="flat" cmpd="sng" algn="ctr">
                      <a:solidFill>
                        <a:schemeClr val="tx1"/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ko-KR" sz="1200" dirty="0" err="1"/>
                        <a:t>일상화·작업화·워킹화</a:t>
                      </a:r>
                      <a:endParaRPr lang="ko-KR" sz="1200" dirty="0"/>
                    </a:p>
                  </a:txBody>
                  <a:tcPr marL="53247" marR="53247" marT="26623" marB="26623" anchor="ctr">
                    <a:lnL w="12700" cap="flat" cmpd="sng" algn="ctr">
                      <a:solidFill>
                        <a:schemeClr val="tx1"/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T w="12700" cap="flat" cmpd="sng" algn="ctr">
                      <a:solidFill>
                        <a:schemeClr val="tx1"/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4058052473"/>
                  </a:ext>
                </a:extLst>
              </a:tr>
              <a:tr h="692206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ko-KR" sz="1200" dirty="0"/>
                        <a:t>All-</a:t>
                      </a:r>
                      <a:r>
                        <a:rPr lang="ko-KR" sz="1200" dirty="0" err="1"/>
                        <a:t>Purpose</a:t>
                      </a:r>
                      <a:r>
                        <a:rPr lang="ko-KR" sz="1200" dirty="0"/>
                        <a:t> </a:t>
                      </a:r>
                      <a:r>
                        <a:rPr lang="ko-KR" sz="1200" dirty="0" err="1"/>
                        <a:t>Support</a:t>
                      </a:r>
                      <a:r>
                        <a:rPr lang="ko-KR" sz="1200" dirty="0"/>
                        <a:t> </a:t>
                      </a:r>
                      <a:r>
                        <a:rPr lang="ko-KR" sz="1200" dirty="0" err="1"/>
                        <a:t>High</a:t>
                      </a:r>
                      <a:endParaRPr lang="ko-KR" sz="1200" dirty="0"/>
                    </a:p>
                  </a:txBody>
                  <a:tcPr marL="53247" marR="53247" marT="26623" marB="26623" anchor="ctr">
                    <a:lnR w="12700" cap="flat" cmpd="sng" algn="ctr">
                      <a:solidFill>
                        <a:schemeClr val="tx1"/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ko-KR" sz="1200" dirty="0" err="1"/>
                        <a:t>High</a:t>
                      </a:r>
                      <a:endParaRPr lang="ko-KR" sz="1200" dirty="0"/>
                    </a:p>
                  </a:txBody>
                  <a:tcPr marL="53247" marR="53247" marT="26623" marB="26623" anchor="ctr">
                    <a:lnL w="12700" cap="flat" cmpd="sng" algn="ctr">
                      <a:solidFill>
                        <a:schemeClr val="tx1"/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ko-KR" sz="1200"/>
                        <a:t>Max</a:t>
                      </a:r>
                    </a:p>
                  </a:txBody>
                  <a:tcPr marL="53247" marR="53247" marT="26623" marB="26623" anchor="ctr">
                    <a:lnL w="12700" cap="flat" cmpd="sng" algn="ctr">
                      <a:solidFill>
                        <a:schemeClr val="tx1"/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ko-KR" sz="1200"/>
                        <a:t>Firm</a:t>
                      </a:r>
                    </a:p>
                  </a:txBody>
                  <a:tcPr marL="53247" marR="53247" marT="26623" marB="26623" anchor="ctr">
                    <a:lnL w="12700" cap="flat" cmpd="sng" algn="ctr">
                      <a:solidFill>
                        <a:schemeClr val="tx1"/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ko-KR" sz="1200" dirty="0"/>
                        <a:t>높은 아치, 깊고 입체적인 </a:t>
                      </a:r>
                      <a:r>
                        <a:rPr lang="ko-KR" sz="1200" dirty="0" err="1"/>
                        <a:t>heel</a:t>
                      </a:r>
                      <a:r>
                        <a:rPr lang="ko-KR" sz="1200" dirty="0"/>
                        <a:t> </a:t>
                      </a:r>
                      <a:r>
                        <a:rPr lang="ko-KR" sz="1200" dirty="0" err="1"/>
                        <a:t>cup</a:t>
                      </a:r>
                      <a:r>
                        <a:rPr lang="ko-KR" sz="1200" dirty="0"/>
                        <a:t>, 높은 구조적 </a:t>
                      </a:r>
                      <a:r>
                        <a:rPr lang="ko-KR" sz="1200" dirty="0" err="1"/>
                        <a:t>지지감</a:t>
                      </a:r>
                      <a:endParaRPr lang="ko-KR" sz="1200" dirty="0"/>
                    </a:p>
                  </a:txBody>
                  <a:tcPr marL="53247" marR="53247" marT="26623" marB="26623" anchor="ctr">
                    <a:lnL w="12700" cap="flat" cmpd="sng" algn="ctr">
                      <a:solidFill>
                        <a:schemeClr val="tx1"/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ko-KR" sz="1200" dirty="0"/>
                        <a:t>내부 공간이 충분한 </a:t>
                      </a:r>
                      <a:r>
                        <a:rPr lang="ko-KR" sz="1200" dirty="0" err="1"/>
                        <a:t>워킹화·러닝화·부츠</a:t>
                      </a:r>
                      <a:endParaRPr lang="ko-KR" sz="1200" dirty="0"/>
                    </a:p>
                  </a:txBody>
                  <a:tcPr marL="53247" marR="53247" marT="26623" marB="26623" anchor="ctr">
                    <a:lnL w="12700" cap="flat" cmpd="sng" algn="ctr">
                      <a:solidFill>
                        <a:schemeClr val="tx1"/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T w="12700" cap="flat" cmpd="sng" algn="ctr">
                      <a:solidFill>
                        <a:schemeClr val="tx1"/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802971546"/>
                  </a:ext>
                </a:extLst>
              </a:tr>
              <a:tr h="692206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ko-KR" sz="1200" dirty="0" err="1"/>
                        <a:t>Run</a:t>
                      </a:r>
                      <a:r>
                        <a:rPr lang="ko-KR" sz="1200" dirty="0"/>
                        <a:t> </a:t>
                      </a:r>
                      <a:r>
                        <a:rPr lang="ko-KR" sz="1200" dirty="0" err="1"/>
                        <a:t>Cushion</a:t>
                      </a:r>
                      <a:r>
                        <a:rPr lang="ko-KR" sz="1200" dirty="0"/>
                        <a:t> </a:t>
                      </a:r>
                      <a:r>
                        <a:rPr lang="ko-KR" sz="1200" dirty="0" err="1"/>
                        <a:t>Low</a:t>
                      </a:r>
                      <a:endParaRPr lang="ko-KR" sz="1200" dirty="0"/>
                    </a:p>
                  </a:txBody>
                  <a:tcPr marL="53247" marR="53247" marT="26623" marB="26623" anchor="ctr">
                    <a:lnR w="12700" cap="flat" cmpd="sng" algn="ctr">
                      <a:solidFill>
                        <a:schemeClr val="tx1"/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ko-KR" sz="1200" dirty="0" err="1"/>
                        <a:t>Low</a:t>
                      </a:r>
                      <a:endParaRPr lang="ko-KR" sz="1200" dirty="0"/>
                    </a:p>
                  </a:txBody>
                  <a:tcPr marL="53247" marR="53247" marT="26623" marB="26623" anchor="ctr">
                    <a:lnL w="12700" cap="flat" cmpd="sng" algn="ctr">
                      <a:solidFill>
                        <a:schemeClr val="tx1"/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ko-KR" sz="1200"/>
                        <a:t>Max</a:t>
                      </a:r>
                    </a:p>
                  </a:txBody>
                  <a:tcPr marL="53247" marR="53247" marT="26623" marB="26623" anchor="ctr">
                    <a:lnL w="12700" cap="flat" cmpd="sng" algn="ctr">
                      <a:solidFill>
                        <a:schemeClr val="tx1"/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ko-KR" sz="1200"/>
                        <a:t>Soft</a:t>
                      </a:r>
                    </a:p>
                  </a:txBody>
                  <a:tcPr marL="53247" marR="53247" marT="26623" marB="26623" anchor="ctr">
                    <a:lnL w="12700" cap="flat" cmpd="sng" algn="ctr">
                      <a:solidFill>
                        <a:schemeClr val="tx1"/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ko-KR" sz="1200" dirty="0"/>
                        <a:t>낮은 아치, 유연한 구조, 이중 </a:t>
                      </a:r>
                      <a:r>
                        <a:rPr lang="ko-KR" sz="1200" dirty="0" err="1"/>
                        <a:t>쿠션폼</a:t>
                      </a:r>
                      <a:r>
                        <a:rPr lang="ko-KR" sz="1200" dirty="0"/>
                        <a:t>, 뒤꿈치 충격분산</a:t>
                      </a:r>
                    </a:p>
                  </a:txBody>
                  <a:tcPr marL="53247" marR="53247" marT="26623" marB="26623" anchor="ctr">
                    <a:lnL w="12700" cap="flat" cmpd="sng" algn="ctr">
                      <a:solidFill>
                        <a:schemeClr val="tx1"/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ko-KR" sz="1200" dirty="0"/>
                        <a:t>낮은 지지감을 선호하는 </a:t>
                      </a:r>
                      <a:r>
                        <a:rPr lang="ko-KR" sz="1200" dirty="0" err="1"/>
                        <a:t>러닝·워킹</a:t>
                      </a:r>
                      <a:endParaRPr lang="ko-KR" sz="1200" dirty="0"/>
                    </a:p>
                  </a:txBody>
                  <a:tcPr marL="53247" marR="53247" marT="26623" marB="26623" anchor="ctr">
                    <a:lnL w="12700" cap="flat" cmpd="sng" algn="ctr">
                      <a:solidFill>
                        <a:schemeClr val="tx1"/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T w="12700" cap="flat" cmpd="sng" algn="ctr">
                      <a:solidFill>
                        <a:schemeClr val="tx1"/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700680850"/>
                  </a:ext>
                </a:extLst>
              </a:tr>
              <a:tr h="692206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ko-KR" sz="1200" dirty="0" err="1"/>
                        <a:t>Run</a:t>
                      </a:r>
                      <a:r>
                        <a:rPr lang="ko-KR" sz="1200" dirty="0"/>
                        <a:t> </a:t>
                      </a:r>
                      <a:r>
                        <a:rPr lang="ko-KR" sz="1200" dirty="0" err="1"/>
                        <a:t>Cushion</a:t>
                      </a:r>
                      <a:r>
                        <a:rPr lang="ko-KR" sz="1200" dirty="0"/>
                        <a:t> </a:t>
                      </a:r>
                      <a:r>
                        <a:rPr lang="ko-KR" sz="1200" dirty="0" err="1"/>
                        <a:t>Medium</a:t>
                      </a:r>
                      <a:endParaRPr lang="ko-KR" sz="1200" dirty="0"/>
                    </a:p>
                  </a:txBody>
                  <a:tcPr marL="53247" marR="53247" marT="26623" marB="26623" anchor="ctr">
                    <a:lnR w="12700" cap="flat" cmpd="sng" algn="ctr">
                      <a:solidFill>
                        <a:schemeClr val="tx1"/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ko-KR" sz="1200" dirty="0" err="1"/>
                        <a:t>Medium</a:t>
                      </a:r>
                      <a:endParaRPr lang="ko-KR" sz="1200" dirty="0"/>
                    </a:p>
                  </a:txBody>
                  <a:tcPr marL="53247" marR="53247" marT="26623" marB="26623" anchor="ctr">
                    <a:lnL w="12700" cap="flat" cmpd="sng" algn="ctr">
                      <a:solidFill>
                        <a:schemeClr val="tx1"/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ko-KR" sz="1200"/>
                        <a:t>Max</a:t>
                      </a:r>
                    </a:p>
                  </a:txBody>
                  <a:tcPr marL="53247" marR="53247" marT="26623" marB="26623" anchor="ctr">
                    <a:lnL w="12700" cap="flat" cmpd="sng" algn="ctr">
                      <a:solidFill>
                        <a:schemeClr val="tx1"/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ko-KR" sz="1200"/>
                        <a:t>Soft</a:t>
                      </a:r>
                    </a:p>
                  </a:txBody>
                  <a:tcPr marL="53247" marR="53247" marT="26623" marB="26623" anchor="ctr">
                    <a:lnL w="12700" cap="flat" cmpd="sng" algn="ctr">
                      <a:solidFill>
                        <a:schemeClr val="tx1"/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ko-KR" sz="1200" dirty="0"/>
                        <a:t>중간 아치, 쿠션과 유연성의 균형, 발의 자연스러운 굴곡 허용</a:t>
                      </a:r>
                    </a:p>
                  </a:txBody>
                  <a:tcPr marL="53247" marR="53247" marT="26623" marB="26623" anchor="ctr">
                    <a:lnL w="12700" cap="flat" cmpd="sng" algn="ctr">
                      <a:solidFill>
                        <a:schemeClr val="tx1"/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ko-KR" sz="1200" dirty="0"/>
                        <a:t>일반적인 </a:t>
                      </a:r>
                      <a:r>
                        <a:rPr lang="ko-KR" sz="1200" dirty="0" err="1"/>
                        <a:t>러닝·트레이닝</a:t>
                      </a:r>
                      <a:endParaRPr lang="ko-KR" sz="1200" dirty="0"/>
                    </a:p>
                  </a:txBody>
                  <a:tcPr marL="53247" marR="53247" marT="26623" marB="26623" anchor="ctr">
                    <a:lnL w="12700" cap="flat" cmpd="sng" algn="ctr">
                      <a:solidFill>
                        <a:schemeClr val="tx1"/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T w="12700" cap="flat" cmpd="sng" algn="ctr">
                      <a:solidFill>
                        <a:schemeClr val="tx1"/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33796213"/>
                  </a:ext>
                </a:extLst>
              </a:tr>
              <a:tr h="692206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ko-KR" sz="1200" dirty="0" err="1"/>
                        <a:t>Run</a:t>
                      </a:r>
                      <a:r>
                        <a:rPr lang="ko-KR" sz="1200" dirty="0"/>
                        <a:t> </a:t>
                      </a:r>
                      <a:r>
                        <a:rPr lang="ko-KR" sz="1200" dirty="0" err="1"/>
                        <a:t>Cushion</a:t>
                      </a:r>
                      <a:r>
                        <a:rPr lang="ko-KR" sz="1200" dirty="0"/>
                        <a:t> </a:t>
                      </a:r>
                      <a:r>
                        <a:rPr lang="ko-KR" sz="1200" dirty="0" err="1"/>
                        <a:t>High</a:t>
                      </a:r>
                      <a:endParaRPr lang="ko-KR" sz="1200" dirty="0"/>
                    </a:p>
                  </a:txBody>
                  <a:tcPr marL="53247" marR="53247" marT="26623" marB="26623" anchor="ctr">
                    <a:lnR w="12700" cap="flat" cmpd="sng" algn="ctr">
                      <a:solidFill>
                        <a:schemeClr val="tx1"/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ko-KR" sz="1200" dirty="0" err="1"/>
                        <a:t>High</a:t>
                      </a:r>
                      <a:endParaRPr lang="ko-KR" sz="1200" dirty="0"/>
                    </a:p>
                  </a:txBody>
                  <a:tcPr marL="53247" marR="53247" marT="26623" marB="26623" anchor="ctr">
                    <a:lnL w="12700" cap="flat" cmpd="sng" algn="ctr">
                      <a:solidFill>
                        <a:schemeClr val="tx1"/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ko-KR" sz="1200"/>
                        <a:t>Max</a:t>
                      </a:r>
                    </a:p>
                  </a:txBody>
                  <a:tcPr marL="53247" marR="53247" marT="26623" marB="26623" anchor="ctr">
                    <a:lnL w="12700" cap="flat" cmpd="sng" algn="ctr">
                      <a:solidFill>
                        <a:schemeClr val="tx1"/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ko-KR" sz="1200"/>
                        <a:t>Soft</a:t>
                      </a:r>
                    </a:p>
                  </a:txBody>
                  <a:tcPr marL="53247" marR="53247" marT="26623" marB="26623" anchor="ctr">
                    <a:lnL w="12700" cap="flat" cmpd="sng" algn="ctr">
                      <a:solidFill>
                        <a:schemeClr val="tx1"/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ko-KR" sz="1200" dirty="0"/>
                        <a:t>높은 아치 접촉면과 부드러운 쿠션을 결합</a:t>
                      </a:r>
                    </a:p>
                  </a:txBody>
                  <a:tcPr marL="53247" marR="53247" marT="26623" marB="26623" anchor="ctr">
                    <a:lnL w="12700" cap="flat" cmpd="sng" algn="ctr">
                      <a:solidFill>
                        <a:schemeClr val="tx1"/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ko-KR" sz="1200" dirty="0"/>
                        <a:t>높은 아치 접촉감을 선호하는 러너</a:t>
                      </a:r>
                    </a:p>
                  </a:txBody>
                  <a:tcPr marL="53247" marR="53247" marT="26623" marB="26623" anchor="ctr">
                    <a:lnL w="12700" cap="flat" cmpd="sng" algn="ctr">
                      <a:solidFill>
                        <a:schemeClr val="tx1"/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T w="12700" cap="flat" cmpd="sng" algn="ctr">
                      <a:solidFill>
                        <a:schemeClr val="tx1"/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</a:tcPr>
                </a:tc>
                <a:extLst>
                  <a:ext uri="{0D108BD9-81ED-4DB2-BD59-A6C34878D82A}">
                    <a16:rowId xmlns:a16="http://schemas.microsoft.com/office/drawing/2014/main" val="4248499416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775517317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맑은 고딕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맑은 고딕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맑은 고딕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맑은 고딕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30131</TotalTime>
  <Words>144</Words>
  <Application>Microsoft Office PowerPoint</Application>
  <PresentationFormat>와이드스크린</PresentationFormat>
  <Paragraphs>42</Paragraphs>
  <Slides>2</Slides>
  <Notes>0</Notes>
  <HiddenSlides>0</HiddenSlides>
  <MMClips>0</MMClips>
  <ScaleCrop>false</ScaleCrop>
  <HeadingPairs>
    <vt:vector size="6" baseType="variant">
      <vt:variant>
        <vt:lpstr>사용한 글꼴</vt:lpstr>
      </vt:variant>
      <vt:variant>
        <vt:i4>2</vt:i4>
      </vt:variant>
      <vt:variant>
        <vt:lpstr>테마</vt:lpstr>
      </vt:variant>
      <vt:variant>
        <vt:i4>1</vt:i4>
      </vt:variant>
      <vt:variant>
        <vt:lpstr>슬라이드 제목</vt:lpstr>
      </vt:variant>
      <vt:variant>
        <vt:i4>2</vt:i4>
      </vt:variant>
    </vt:vector>
  </HeadingPairs>
  <TitlesOfParts>
    <vt:vector size="5" baseType="lpstr">
      <vt:lpstr>맑은 고딕</vt:lpstr>
      <vt:lpstr>Arial</vt:lpstr>
      <vt:lpstr>Office 테마</vt:lpstr>
      <vt:lpstr>PowerPoint 프레젠테이션</vt:lpstr>
      <vt:lpstr>PowerPoint 프레젠테이션</vt:lpstr>
    </vt:vector>
  </TitlesOfParts>
  <Company>K2 Outdoor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프레젠테이션</dc:title>
  <dc:creator>K2 Korea</dc:creator>
  <cp:lastModifiedBy>재진 류</cp:lastModifiedBy>
  <cp:revision>3582</cp:revision>
  <cp:lastPrinted>2021-11-16T05:25:42Z</cp:lastPrinted>
  <dcterms:created xsi:type="dcterms:W3CDTF">2013-12-13T01:56:07Z</dcterms:created>
  <dcterms:modified xsi:type="dcterms:W3CDTF">2026-07-21T00:09:09Z</dcterms:modified>
</cp:coreProperties>
</file>